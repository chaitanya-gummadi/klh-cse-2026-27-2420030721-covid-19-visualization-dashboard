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My project title is COVID-19 Visualization Dashboard. It is a web-based application designed to manage COVID-19 and vaccination information and present it in an understandable visual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centralizes COVID-19 information. It uses statistic cards, charts and reports so that an administrator can understand important information without manually analyzing large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problem is the difficulty of manually managing large numbers of COVID and vaccination records. The proposed system solves this by combining a database with a dashboard and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objectives focus on secure access, case and vaccination tracking, member and place management, visualization, filtering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uses HTML5, CSS3 and Bootstrap for the interface, JavaScript for interactions, Chart.js for charts, Flask for backend processing and MySQL for data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has four major parts: user interface, Flask backend, MySQL database and Chart.js visualization. The frontend sends requests to Flask, which reads or updates database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login page protects the dashboard. The user enters credentials, the system validates them, and a successful login creates a session before opening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dashboard presents important summary numbers. The values displayed in this presentation are sample values; the actual application calculates them from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Charts provide visual analysis. A pie chart can show affected versus non-affected places, a doughnut chart can show vaccination status, and bar/line charts can show district comparisons and daily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member module manages individual records, while the place module manages locations. Both support CRUD operations, searching, filtering and pagination.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can track COVID status and vaccination details and can generate reports. Filters help users find specific records by location and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the project provides a centralized and user-friendly way to manage and visualize COVID-19 information. Future versions can add real-time data, mobile support, advanced analytics and cloud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C375C"/>
                </a:solidFill>
              </a:defRPr>
            </a:pPr>
            <a:r>
              <a:t>COVID-19 Visualization</a:t>
            </a:r>
          </a:p>
          <a:p>
            <a:pPr>
              <a:defRPr sz="3800" b="1">
                <a:solidFill>
                  <a:srgbClr val="1976D2"/>
                </a:solidFill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731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6973"/>
                </a:solidFill>
              </a:defRPr>
            </a:pPr>
            <a:r>
              <a:t>A Web-Based System for COVID-19 Case &amp; Vaccination Data</a:t>
            </a:r>
          </a:p>
          <a:p>
            <a:pPr>
              <a:defRPr sz="1700" b="1">
                <a:solidFill>
                  <a:srgbClr val="00897B"/>
                </a:solidFill>
              </a:defRPr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63238"/>
                </a:solidFill>
              </a:defRPr>
            </a:pPr>
            <a:r>
              <a:t>Presented by: Mani Teja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3"/>
                </a:solidFill>
              </a:defRPr>
            </a:pPr>
            <a:r>
              <a:t>HTML5 • CSS3 • Bootstrap 5 • JavaScript • Chart.js • Python Flask • MySQL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828800"/>
            <a:ext cx="1554480" cy="4114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89820" y="1261872"/>
            <a:ext cx="411480" cy="15544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COVID-19 created large volumes of information about infected people, locations, recoveries, deaths and vaccination.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The project provides a single dashboard where an administrator can store, manage and visualize this information.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Instead of depending only on large tables, the system presents important values through statistic cards, charts and reports.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The application is designed to be simple, responsive and suitable for use on desktop and mobile screens.</a:t>
            </a:r>
          </a:p>
          <a:p>
            <a:pPr>
              <a:spcAft>
                <a:spcPts val="11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Flask manages the application logic, MySQL stores records, and Chart.js converts database information into visual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Managing COVID-19 records manually becomes difficult when the number of members and places increases.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It is time-consuming to identify which places are affected and which places are not affected.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Tracking active, recovered, deceased and vaccinated members requires organized records.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Raw data does not immediately show trends or comparisons between districts and dates.</a:t>
            </a:r>
          </a:p>
          <a:p>
            <a:pPr>
              <a:spcAft>
                <a:spcPts val="11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Administrators need quick search, filtering and report generation to support routine data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349240"/>
            <a:ext cx="10515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Proposed Solution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Centralized dashboard + database + interactive visualization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349240"/>
            <a:ext cx="73152" cy="7315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Objective 1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Securely authenticate administrators using username and password.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9601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Objective 2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Display total places, affected places and non-affected places.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Objective 3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Display total members, positive cases, active cases, recoveries and deaths.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73152" cy="9601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46888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Objective 4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Track vaccinated and non-vaccinated members with vaccination details.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468880"/>
            <a:ext cx="73152" cy="9601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Objective 5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Provide CRUD operations for member and place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Objective 6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Use charts to visualize case distribution and daily trends.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73152" cy="9601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Objective 7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Provide filters by state, district, place and date.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73152" cy="9601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49377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Objective 8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Generate PDF/Excel reports for easier sharing and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93776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4.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HTML5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Creates the structure of login pages, dashboard pages, forms and tables.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9875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CSS3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Provides styling, spacing, colors, layouts and visual appearance.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73152" cy="9875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37744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Bootstrap 5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Makes the interface responsive and provides ready-made UI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77440"/>
            <a:ext cx="73152" cy="9875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37744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JavaScript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Handles client-side interactions, validation, filters and dynamic updates.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377440"/>
            <a:ext cx="73152" cy="98755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61188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Chart.js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Creates pie, doughnut, bar and line charts for visual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611880"/>
            <a:ext cx="73152" cy="98755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Python Flask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Provides backend routes, authentication, CRUD operations and API/database communication.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11880"/>
            <a:ext cx="73152" cy="987552"/>
          </a:xfrm>
          <a:prstGeom prst="rect">
            <a:avLst/>
          </a:prstGeom>
          <a:solidFill>
            <a:srgbClr val="0C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846320"/>
            <a:ext cx="52578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MySQL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Stores members, places, COVID cases, vaccination and user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846320"/>
            <a:ext cx="73152" cy="9875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375C"/>
                </a:solidFill>
              </a:defRPr>
            </a:pPr>
            <a:r>
              <a:t>Admin /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240280"/>
            <a:ext cx="85039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375C"/>
                </a:solidFill>
              </a:defRPr>
            </a:pPr>
            <a:r>
              <a:t>Frontend: HTML + CSS + Bootstrap +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3337560"/>
            <a:ext cx="64008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375C"/>
                </a:solidFill>
              </a:defRPr>
            </a:pPr>
            <a:r>
              <a:t>Backend: Python 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572000"/>
            <a:ext cx="3749039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C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375C"/>
                </a:solidFill>
              </a:defRPr>
            </a:pPr>
            <a:r>
              <a:t>MySQL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572000"/>
            <a:ext cx="3749039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C375C"/>
                </a:solidFill>
              </a:defRPr>
            </a:pPr>
            <a:r>
              <a:t>Chart.js Visualization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97880" y="1938528"/>
            <a:ext cx="384048" cy="274320"/>
          </a:xfrm>
          <a:prstGeom prst="down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897880" y="3035808"/>
            <a:ext cx="384048" cy="274320"/>
          </a:xfrm>
          <a:prstGeom prst="down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897880" y="4133087"/>
            <a:ext cx="384048" cy="274320"/>
          </a:xfrm>
          <a:prstGeom prst="down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The user interacts with the frontend through the browser.</a:t>
            </a:r>
          </a:p>
          <a:p>
            <a:pPr>
              <a:spcAft>
                <a:spcPts val="11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Flask receives requests, processes data and communicates with MySQL.</a:t>
            </a:r>
          </a:p>
          <a:p>
            <a:pPr>
              <a:spcAft>
                <a:spcPts val="11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Chart.js uses processed data to display visual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6. Login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Username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73152" cy="1143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Password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••••••••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C375C"/>
                </a:solidFill>
              </a:defRPr>
            </a:pPr>
            <a:r>
              <a:t>1. Enter</a:t>
            </a:r>
            <a:br/>
            <a:r>
              <a:t>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C375C"/>
                </a:solidFill>
              </a:defRPr>
            </a:pPr>
            <a:r>
              <a:t>2. Validate</a:t>
            </a:r>
            <a:br/>
            <a:r>
              <a:t>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82880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C375C"/>
                </a:solidFill>
              </a:defRPr>
            </a:pPr>
            <a:r>
              <a:t>3. Create</a:t>
            </a:r>
            <a:br/>
            <a:r>
              <a:t>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1828800"/>
            <a:ext cx="1417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C375C"/>
                </a:solidFill>
              </a:defRPr>
            </a:pPr>
            <a:r>
              <a:t>4. Open</a:t>
            </a:r>
            <a:br/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Only authenticated users should access administrative pages.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Invalid credentials should show a clear error message.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Logout terminates the current session and returns the user to the login page.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Role-based access can be used to separate administrator and normal-user permissions.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7. Main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Total Places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79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Affected Places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79" y="1234440"/>
            <a:ext cx="73152" cy="1143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5780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Not Affected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23444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19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Total Members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5,000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19" y="1234440"/>
            <a:ext cx="73152" cy="1143000"/>
          </a:xfrm>
          <a:prstGeom prst="rect">
            <a:avLst/>
          </a:prstGeom>
          <a:solidFill>
            <a:srgbClr val="0C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21240" y="123444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Positive Members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450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1234440"/>
            <a:ext cx="73152" cy="1143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7432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Active Cases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320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6079" y="27432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Recovered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4,520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79" y="2743200"/>
            <a:ext cx="73152" cy="1143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57800" y="27432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Death Cases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130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2743200"/>
            <a:ext cx="73152" cy="1143000"/>
          </a:xfrm>
          <a:prstGeom prst="rect">
            <a:avLst/>
          </a:prstGeom>
          <a:solidFill>
            <a:srgbClr val="0C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19" y="27432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Vaccinated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4,200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19" y="274320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21240" y="27432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Not Vaccinated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800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2743200"/>
            <a:ext cx="73152" cy="1143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091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• The dashboard gives a quick summary of the complete dataset. Values are calculated from stored records; numbers shown here are sample presentation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8.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375C"/>
                </a:solidFill>
              </a:defRPr>
            </a:pPr>
            <a:r>
              <a:t>Pie Chart</a:t>
            </a:r>
          </a:p>
          <a:p>
            <a:pPr algn="ctr">
              <a:defRPr sz="1200">
                <a:solidFill>
                  <a:srgbClr val="5A6973"/>
                </a:solidFill>
              </a:defRPr>
            </a:pPr>
            <a:r>
              <a:t>Affected vs Not Affected Places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375C"/>
                </a:solidFill>
              </a:defRPr>
            </a:pPr>
            <a:r>
              <a:t>Doughnut Chart</a:t>
            </a:r>
          </a:p>
          <a:p>
            <a:pPr algn="ctr">
              <a:defRPr sz="1200">
                <a:solidFill>
                  <a:srgbClr val="5A6973"/>
                </a:solidFill>
              </a:defRPr>
            </a:pPr>
            <a:r>
              <a:t>Vaccinated vs Not Vaccinated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375C"/>
                </a:solidFill>
              </a:defRPr>
            </a:pPr>
            <a:r>
              <a:t>Bar / Line Charts</a:t>
            </a:r>
          </a:p>
          <a:p>
            <a:pPr algn="ctr">
              <a:defRPr sz="1200">
                <a:solidFill>
                  <a:srgbClr val="5A6973"/>
                </a:solidFill>
              </a:defRPr>
            </a:pPr>
            <a:r>
              <a:t>District Cases &amp; Daily Trends</a:t>
            </a:r>
          </a:p>
        </p:txBody>
      </p:sp>
      <p:sp>
        <p:nvSpPr>
          <p:cNvPr id="10" name="Oval 9"/>
          <p:cNvSpPr/>
          <p:nvPr/>
        </p:nvSpPr>
        <p:spPr>
          <a:xfrm>
            <a:off x="1508760" y="2743200"/>
            <a:ext cx="1600200" cy="1600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65960" y="32004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12080" y="2743200"/>
            <a:ext cx="1600200" cy="1600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32004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49640" y="3749040"/>
            <a:ext cx="292608" cy="7315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3200400"/>
            <a:ext cx="292608" cy="1280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55480" y="2651760"/>
            <a:ext cx="292608" cy="1828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0" y="3383280"/>
            <a:ext cx="292608" cy="10972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61320" y="2286000"/>
            <a:ext cx="292608" cy="21945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• Charts help users identify proportions, comparisons and trends without reading every row of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9. Member &amp; Place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Member CRUD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Add • View • Edit • Delete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7772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Member ID, name, age and gender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Mobile number and address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Place and COVID status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Vaccination status, vaccine name and dose dates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Search, filtering and pagination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Place CRUD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Add • View • Edit • Delete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73152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Place name and location details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Affected / non-affected classification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Search and filter places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Connect members to their place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Useful for location-wise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10. COVID, Vaccination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COVID Status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Positive • Negative • Active • Recovered • Deceased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88720"/>
            <a:ext cx="73152" cy="9144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Vaccination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Vaccinated • Not Vaccinated • Vaccine Name • Dose 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73152" cy="914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118872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Reports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PDF • Excel • Filtered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88720"/>
            <a:ext cx="73152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COVID records can be summarized by district, place and date.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Vaccination information helps identify vaccinated and non-vaccinated members.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Dashboard filters can narrow information by state, district, place and date.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Reports make it possible to export selected information for documentation.</a:t>
            </a:r>
          </a:p>
          <a:p>
            <a:pPr>
              <a:spcAft>
                <a:spcPts val="11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Profile, password-change, notifications and settings improve administrative usability.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C375C"/>
                </a:solidFill>
                <a:latin typeface="Aptos Display"/>
              </a:defRPr>
            </a:pPr>
            <a:r>
              <a:t>11.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976D2"/>
                </a:solidFill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2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3"/>
                </a:solidFill>
              </a:defRPr>
            </a:pPr>
            <a:r>
              <a:t>COVID-19 Visualization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Conclusion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Centralized, visual and responsive COVID-19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The project combines database management with interactive visualization.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It provides a clear view of COVID cases, affected places and vaccination information.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CRUD operations and filters make the system practical for daily data management.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Reports and charts help users understand stored information more efficiently.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120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/>
          <a:lstStyle/>
          <a:p>
            <a:pPr algn="ctr">
              <a:defRPr sz="1200" b="1">
                <a:solidFill>
                  <a:srgbClr val="5A6973"/>
                </a:solidFill>
              </a:defRPr>
            </a:pPr>
            <a:r>
              <a:t>Future Scope</a:t>
            </a:r>
          </a:p>
          <a:p>
            <a:pPr>
              <a:defRPr sz="2000" b="1">
                <a:solidFill>
                  <a:srgbClr val="0C375C"/>
                </a:solidFill>
              </a:defRPr>
            </a:pPr>
            <a:r>
              <a:t>Real-time and intelligent healthcare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73152" cy="7315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Connect to real-time or regularly updated public datasets.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Develop a dedicated mobile application.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Add advanced analytics and trend forecasting.</a:t>
            </a:r>
          </a:p>
          <a:p>
            <a:pPr>
              <a:spcAft>
                <a:spcPts val="11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t>• Deploy the system on cloud infrastructure for scalable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62356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76D2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